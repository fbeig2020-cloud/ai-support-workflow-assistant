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1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32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SUPPORT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Assistant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support ticket is classified, researched, and drafted into a reply — automatically, in seconds. A human always reviews before anything is sent.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A2E2E"/>
          </a:solidFill>
          <a:ln/>
        </p:spPr>
      </p:sp>
      <p:sp>
        <p:nvSpPr>
          <p:cNvPr id="6" name="Shape 4"/>
          <p:cNvSpPr/>
          <p:nvPr/>
        </p:nvSpPr>
        <p:spPr>
          <a:xfrm>
            <a:off x="1988820" y="33832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icon_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35753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Prioritize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each request into a category and urgency level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3063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A2E2E"/>
          </a:solidFill>
          <a:ln/>
        </p:spPr>
      </p:sp>
      <p:sp>
        <p:nvSpPr>
          <p:cNvPr id="12" name="Shape 9"/>
          <p:cNvSpPr/>
          <p:nvPr/>
        </p:nvSpPr>
        <p:spPr>
          <a:xfrm>
            <a:off x="5737860" y="33832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357530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Knowledge Base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approved troubleshooting steps that match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3063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A2E2E"/>
          </a:solidFill>
          <a:ln/>
        </p:spPr>
      </p:sp>
      <p:sp>
        <p:nvSpPr>
          <p:cNvPr id="18" name="Shape 14"/>
          <p:cNvSpPr/>
          <p:nvPr/>
        </p:nvSpPr>
        <p:spPr>
          <a:xfrm>
            <a:off x="9486900" y="33832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924" y="357530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Response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a ready-to-review reply for an agent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Recommends. Never acts alone. A person approves every step.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whole support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9E7"/>
            </a:solidFill>
            <a:prstDash val="solid"/>
          </a:ln>
          <a:effectLst>
            <a:outerShdw blurRad="76200" dist="25400" dir="5400000" algn="bl" rotWithShape="0">
              <a:srgbClr val="1A2E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head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412" y="2587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1148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3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ticket to find it already classified, researched, and drafted — ready to edit and send, not started from a blank page.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9E7"/>
            </a:solidFill>
            <a:prstDash val="solid"/>
          </a:ln>
          <a:effectLst>
            <a:outerShdw blurRad="76200" dist="25400" dir="5400000" algn="bl" rotWithShape="0">
              <a:srgbClr val="1A2E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9214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_usert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258775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&amp; Managers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1148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3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request automatically sorted by category and urgency, so the right tickets reach the right people first.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9E7"/>
            </a:solidFill>
            <a:prstDash val="solid"/>
          </a:ln>
          <a:effectLst>
            <a:outerShdw blurRad="76200" dist="25400" dir="5400000" algn="bl" rotWithShape="0">
              <a:srgbClr val="1A2E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92" y="258775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&amp; Compliance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1148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3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recommendation and every human decision is written to a tamper-evident audit trail — nothing is unaccounted for.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IT MOVES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guardrail, by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385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173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actions require a human's approval before anything happens — no ticket is ever closed, escalated, or sent on its own.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92240" y="146304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1A2E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0" y="1691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331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workflow stories built and shipped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2877312"/>
            <a:ext cx="4297680" cy="0"/>
          </a:xfrm>
          <a:prstGeom prst="line">
            <a:avLst/>
          </a:prstGeom>
          <a:noFill/>
          <a:ln w="12700">
            <a:solidFill>
              <a:srgbClr val="2E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3124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 / 179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3764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across the project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4309872"/>
            <a:ext cx="4297680" cy="0"/>
          </a:xfrm>
          <a:prstGeom prst="line">
            <a:avLst/>
          </a:prstGeom>
          <a:noFill/>
          <a:ln w="12700">
            <a:solidFill>
              <a:srgbClr val="2E4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556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5196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categories classified automatically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Support Workflow Assistant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233</Words>
  <Application>Microsoft Office PowerPoint</Application>
  <PresentationFormat>Widescreen</PresentationFormat>
  <Paragraphs>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Farhat Beig</cp:lastModifiedBy>
  <cp:revision>1</cp:revision>
  <dcterms:created xsi:type="dcterms:W3CDTF">2026-08-26T01:42:42Z</dcterms:created>
  <dcterms:modified xsi:type="dcterms:W3CDTF">2026-08-26T01:46:54Z</dcterms:modified>
</cp:coreProperties>
</file>